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8" r:id="rId3"/>
    <p:sldId id="269" r:id="rId4"/>
    <p:sldId id="262" r:id="rId5"/>
    <p:sldId id="267" r:id="rId6"/>
    <p:sldId id="265" r:id="rId7"/>
    <p:sldId id="266" r:id="rId8"/>
    <p:sldId id="270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4"/>
    <p:restoredTop sz="57823"/>
  </p:normalViewPr>
  <p:slideViewPr>
    <p:cSldViewPr snapToGrid="0">
      <p:cViewPr varScale="1">
        <p:scale>
          <a:sx n="71" d="100"/>
          <a:sy n="71" d="100"/>
        </p:scale>
        <p:origin x="11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549AD-4E61-284F-A1B9-801B7C969819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3DB49-E91A-6D4F-B92F-5C058C2A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95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Microalbuminuria</a:t>
            </a:r>
          </a:p>
          <a:p>
            <a:endParaRPr lang="en-US" b="0" i="0" dirty="0">
              <a:solidFill>
                <a:srgbClr val="1F1F1F"/>
              </a:solidFill>
              <a:effectLst/>
              <a:latin typeface="Google San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3DB49-E91A-6D4F-B92F-5C058C2ADBC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84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3DB49-E91A-6D4F-B92F-5C058C2ADB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15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3DB49-E91A-6D4F-B92F-5C058C2ADB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30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3DB49-E91A-6D4F-B92F-5C058C2ADBC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3DB49-E91A-6D4F-B92F-5C058C2ADBC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99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49143-23EA-CC89-A161-CC7F60389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413DA-7821-DE26-B5DE-158C36526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B44AD-431F-DD50-1D75-58242BECD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087D8-ECB1-A448-BAF8-79DE6888AC3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230DC-C5F0-8E51-2FAF-7570CA5DD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1D0B6-7710-0CA2-1889-C05BA2E4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098A2-9B2A-5347-9CB8-7AAD3BEE3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F23B4-D187-F28B-ED36-FEC9B2E6E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BB005-AFBC-0603-FEE1-4772936F7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B0EC-3110-785C-ABA5-C2CE4DECF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087D8-ECB1-A448-BAF8-79DE6888AC3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9B79D-EE57-51E7-96F5-38093579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AE9B1-452C-E641-7AC6-85A8767B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098A2-9B2A-5347-9CB8-7AAD3BEE3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74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828A7-6F7F-56B7-A3EC-538EEC93D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4A221-8DAB-D1BD-FD27-E50423F20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174B5-8C26-6444-D60F-7BF01E8E0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087D8-ECB1-A448-BAF8-79DE6888AC3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82BC3-31D0-3877-F653-42D2E86CF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2F43C-C2B3-8859-B7C6-03E53D90D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098A2-9B2A-5347-9CB8-7AAD3BEE3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95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EAACF-6A18-9259-20E2-A371D81A4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9F147-82FE-6776-26A5-5C185CA86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50F8E7-4D06-F939-75E1-832A549BD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43CE4-D3B7-0F73-16FB-693C9380C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087D8-ECB1-A448-BAF8-79DE6888AC3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AB8C9-9167-5D15-3CCA-DE2619A78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90FB2-F30C-EE7A-7A0B-842794B37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098A2-9B2A-5347-9CB8-7AAD3BEE3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53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2B48F-71A0-95F7-2808-67B2B2D0E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99D36-B285-13AD-E9CE-A630A0826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539B9-D1E3-FE4F-4CD2-6CD82EDBF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3B412-934A-5CC9-FB2E-4B40CA9AFE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B45FD-2039-33E2-BCBD-00726FB71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5081FA-F435-E501-A4C9-20E47478D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087D8-ECB1-A448-BAF8-79DE6888AC3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C7E5AE-AE20-F2FB-4339-CA5252F75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C48ADD-4E5E-BA4F-0166-C3093786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098A2-9B2A-5347-9CB8-7AAD3BEE3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980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096F-51F9-C4B6-C4B3-2D2FA2918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58E997-F252-B7CA-83E6-5590A6191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087D8-ECB1-A448-BAF8-79DE6888AC3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D11A9-6828-F715-6FA4-958AD8BB1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12DEE-20F6-0F81-18CD-CF4F9194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098A2-9B2A-5347-9CB8-7AAD3BEE3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518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146D92-75C8-D2C5-F28E-26566B7A5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087D8-ECB1-A448-BAF8-79DE6888AC3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EBCFE-9030-4312-D466-2998222F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7435B-E09B-F7A2-5F49-7A5B0BCD8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098A2-9B2A-5347-9CB8-7AAD3BEE3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4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387D-90E6-6EF6-0F83-E27AF45BE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C5B37-A394-F009-920C-E230F5D80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EB41B-0F7F-7C00-F3BB-45BC92C099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8C9CC-8BA8-24CB-17C3-B5EDF21EF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087D8-ECB1-A448-BAF8-79DE6888AC3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DE1D7-7C1C-AB13-D96C-994AB9445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FD523-96A4-E23C-BF7A-47204972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098A2-9B2A-5347-9CB8-7AAD3BEE3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69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976B2-3866-CC50-4124-FD58E5B4F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D895A7-B160-ECC0-2955-5008EE812F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E65AB-9CF5-2A93-87E9-053A4CF2D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9693D-79CC-48EA-34A4-B5827CC88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087D8-ECB1-A448-BAF8-79DE6888AC3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CC0DC-66AA-5EAE-225D-EA84D3EB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E4BBEE-02C9-58AE-E752-0543464D7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098A2-9B2A-5347-9CB8-7AAD3BEE3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97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E412B-CFA8-1DD0-7252-C4E104313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8E452-77D0-F262-B1EF-CD24AC187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54274-92D4-A58C-4AE5-33D425610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087D8-ECB1-A448-BAF8-79DE6888AC3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CD5B2-16BD-03A9-D16E-33C8B534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55141-3D39-B394-9FEA-A4E1E6234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098A2-9B2A-5347-9CB8-7AAD3BEE3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61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83D1BA-7ADB-969D-01B3-043389E2F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38B49-55F2-599D-DA0C-615C93279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750BA-0E56-C430-2170-F35C8A979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087D8-ECB1-A448-BAF8-79DE6888AC3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643CB-555A-1ECC-760C-4C72DF1AC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438ED-CF43-34F1-8C2F-58EA3AC3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098A2-9B2A-5347-9CB8-7AAD3BEE3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178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1578A5-6DB9-E7C3-DB6D-9827C2D1D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23FD3-D076-43DB-0BF2-70EA5ABFC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C1476-11DE-D037-9409-B8F53D1930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087D8-ECB1-A448-BAF8-79DE6888AC3C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06EB7-EAEC-7DD8-5839-BDB7BB95C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F796-38FE-98E7-7062-E11893ADD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098A2-9B2A-5347-9CB8-7AAD3BEE3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37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E53E7-0CB3-1CDD-3075-89BBAAAE01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CKD results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A6D78-1EE3-01E9-96EB-AF8CDDCCF6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37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9A3C-034B-2043-CD8B-1D530E0C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Albuminuria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E2B54-D43F-B90D-042A-98AD128C3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4E3FB6-928C-1FEF-210B-8EEF982EB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797" y="1825625"/>
            <a:ext cx="61341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5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C4C3D-2C4E-BBA8-916F-4F9111416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6727E-6EAB-DBBB-15E0-E2D15ADF7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107205-6DFC-09FC-D9AE-7C8F987A2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9346"/>
            <a:ext cx="11489224" cy="415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445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50578-AB35-FEC0-2611-E90A1BE84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anchor="b">
            <a:normAutofit/>
          </a:bodyPr>
          <a:lstStyle/>
          <a:p>
            <a:endParaRPr lang="en-US" sz="3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88400A-0F6B-F0C1-9838-07C59A95F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11" y="354959"/>
            <a:ext cx="5628018" cy="488130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20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90B6A-5B15-F15F-E499-86916713B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B484A1-E3C7-930B-D4DE-EED679261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75" y="365125"/>
            <a:ext cx="7724916" cy="454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809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a number of patients with age range&#10;&#10;AI-generated content may be incorrect.">
            <a:extLst>
              <a:ext uri="{FF2B5EF4-FFF2-40B4-BE49-F238E27FC236}">
                <a16:creationId xmlns:a16="http://schemas.microsoft.com/office/drawing/2014/main" id="{EC531B17-3AEF-86CB-F459-BBE0182B9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374" y="643466"/>
            <a:ext cx="798719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335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C02B6-24C8-322D-1D38-6B28589C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19574D-0771-3508-11AE-57AAC978E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74" y="365125"/>
            <a:ext cx="8696208" cy="571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95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D5AE-AE88-537F-4396-85C051A9A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6091D-FC5C-E161-FB5C-29A4D66AD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BB4165-8553-8D53-0DEB-7586C27C5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5679"/>
            <a:ext cx="7772400" cy="579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69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D2C03-C387-497D-67EF-65BA8D79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1B5698-B37B-5461-0AE8-CDF078C763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38772"/>
            <a:ext cx="10515600" cy="332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29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14642</TotalTime>
  <Words>12</Words>
  <Application>Microsoft Macintosh PowerPoint</Application>
  <PresentationFormat>Widescreen</PresentationFormat>
  <Paragraphs>11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Google Sans</vt:lpstr>
      <vt:lpstr>Aptos</vt:lpstr>
      <vt:lpstr>Aptos Display</vt:lpstr>
      <vt:lpstr>Arial</vt:lpstr>
      <vt:lpstr>Office Theme</vt:lpstr>
      <vt:lpstr>CKD results </vt:lpstr>
      <vt:lpstr>Albuminuria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Song Haolong</dc:creator>
  <cp:lastModifiedBy>Song Haolong</cp:lastModifiedBy>
  <cp:revision>9</cp:revision>
  <dcterms:created xsi:type="dcterms:W3CDTF">2025-03-07T06:45:37Z</dcterms:created>
  <dcterms:modified xsi:type="dcterms:W3CDTF">2025-09-24T05:53:42Z</dcterms:modified>
</cp:coreProperties>
</file>